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Raheem/Desktop/Twala/homeward-anxious-uae-yo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61E25">
              <a:alpha val="95000"/>
            </a:srgbClr>
          </a:solidFill>
          <a:ln w="12700">
            <a:solidFill>
              <a:srgbClr val="061E2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543800" y="-1051560"/>
            <a:ext cx="5577840" cy="5577840"/>
          </a:xfrm>
          <a:prstGeom prst="arc">
            <a:avLst/>
          </a:prstGeom>
          <a:solidFill>
            <a:srgbClr val="063A45">
              <a:alpha val="0"/>
            </a:srgbClr>
          </a:solidFill>
          <a:ln w="139700">
            <a:solidFill>
              <a:srgbClr val="008A68">
                <a:alpha val="7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12480" y="2834640"/>
            <a:ext cx="4023360" cy="4023360"/>
          </a:xfrm>
          <a:prstGeom prst="arc">
            <a:avLst/>
          </a:prstGeom>
          <a:solidFill>
            <a:srgbClr val="063A45">
              <a:alpha val="0"/>
            </a:srgbClr>
          </a:solidFill>
          <a:ln w="88900">
            <a:solidFill>
              <a:srgbClr val="C9F04A">
                <a:alpha val="7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59436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6126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60-SECOND STORY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129844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worker abroad sends money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every month.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713232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after pressing send, one question remains: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99923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"Did it reach the right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person, for the right reason?"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685800" y="4892040"/>
            <a:ext cx="5029200" cy="713232"/>
          </a:xfrm>
          <a:prstGeom prst="roundRect">
            <a:avLst>
              <a:gd name="adj" fmla="val 20513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038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turns a transfer into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family commitment.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6144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0" y="6144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Purpose. Proof. Peace of mind.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Sending money home should not create new worries.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Families are not only paying fees. They are carrying anxiety after every transfer.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59152"/>
            <a:ext cx="32461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2679192"/>
            <a:ext cx="109728" cy="109728"/>
          </a:xfrm>
          <a:prstGeom prst="ellipse">
            <a:avLst/>
          </a:prstGeom>
          <a:solidFill>
            <a:srgbClr val="D76464"/>
          </a:solidFill>
          <a:ln w="12700">
            <a:solidFill>
              <a:srgbClr val="D7646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151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Wrong-recipient fear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41832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mobile-money number can be wrong, changed, or shared. The sender needs confidence before money moves.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679192"/>
            <a:ext cx="109728" cy="1097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6151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clear picture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5152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sender needs to know the recipient amount, fee, rate and reason before confirming.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359152"/>
            <a:ext cx="32461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2679192"/>
            <a:ext cx="109728" cy="109728"/>
          </a:xfrm>
          <a:prstGeom prst="ellipse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26151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4847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Hard-to-use apps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48472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English and complex screens exclude people who prefer local languages or voice.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358384"/>
            <a:ext cx="10808208" cy="530352"/>
          </a:xfrm>
          <a:prstGeom prst="roundRect">
            <a:avLst>
              <a:gd name="adj" fmla="val 27586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13832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transfer should feel like a promise kept - not a message sent into the dark.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simple place to check, send, and keep proof.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is designed for family support, not cryptocurrency experts.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6771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49631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5786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81912" y="24505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recipient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81912" y="2798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their name, phone, mobile-money network and relationship before sending.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26771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2512" y="249631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5786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68312" y="24505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before sending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68312" y="2798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expected UGX, fee, rate and reason before the sender confirms.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68503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91363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995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81912" y="3867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 real purpose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81912" y="42153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 school fees, land, construction and recurring family support.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68503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391363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95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68312" y="3867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clear proof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68312" y="42153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receipt, history, SMS sandbox update and independently verifiable Stellar record.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6692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INCLUSIVE BY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152144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money app should not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financial English.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integrates Sunbird AI so people can navigate and ask for help in familiar Ugandan languages.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343814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Luganda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71800" y="3337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language across core screens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403250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naturally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71800" y="3931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Speech-to-text for the assistant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62686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 guidance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71800" y="4526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Text-to-speech support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22122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20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in control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71800" y="5120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and AI never bypass confirmation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1188720"/>
            <a:ext cx="3200400" cy="4160520"/>
          </a:xfrm>
          <a:prstGeom prst="roundRect">
            <a:avLst>
              <a:gd name="adj" fmla="val 4571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SUNBIRD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82128" y="2487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is not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access.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065008" y="39593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172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| Sunbird AI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BLOCKCHAIN MOMENT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can inspect the proof - not just trust the interface.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uses Stellar Testnet behind the scenes so the app stays simple for ordinary users.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5029200" cy="3063240"/>
          </a:xfrm>
          <a:prstGeom prst="roundRect">
            <a:avLst>
              <a:gd name="adj" fmla="val 4776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 THE DEMO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USDC moves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Stellar Testnet.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successful transfer opens a receipt and a one-tap Stellar explorer record that anyone can inspect.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029200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487168"/>
            <a:ext cx="384048" cy="384048"/>
          </a:xfrm>
          <a:prstGeom prst="roundRect">
            <a:avLst>
              <a:gd name="adj" fmla="val 3809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5786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69480" y="24140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wallet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26974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signed-in user has an individual Testnet wallet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3310128"/>
            <a:ext cx="5029200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3511296"/>
            <a:ext cx="384048" cy="384048"/>
          </a:xfrm>
          <a:prstGeom prst="roundRect">
            <a:avLst>
              <a:gd name="adj" fmla="val 3809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6027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3438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recorded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7216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USDC is sent through Stellar Testnet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4334256"/>
            <a:ext cx="5029200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535424"/>
            <a:ext cx="384048" cy="384048"/>
          </a:xfrm>
          <a:prstGeom prst="roundRect">
            <a:avLst>
              <a:gd name="adj" fmla="val 3809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6268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anyone can check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474573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receipt opens the Stellar Explorer transaction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PATH TO PRODUCTION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orchestrates the experience; regulated partners move fiat.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proves the Stellar leg today and labels partner-dependent legs honestly.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recipient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 + purpose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in UAE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MoneyGram cash-in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programme approval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 value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on Stellar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8096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UGX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Kotani sandbox flow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to Uganda activation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6404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1268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1268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proof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1268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+ history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5074920"/>
            <a:ext cx="10789920" cy="594360"/>
          </a:xfrm>
          <a:prstGeom prst="roundRect">
            <a:avLst>
              <a:gd name="adj" fmla="val 2461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257800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Stellar Testnet proof + Kotani sandbox workflow. MoneyGram UAE approval and Kotani Uganda production coverage remain required before live use.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USERS CAN TRUST 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makes the sender slow down at the moments that matter.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4028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532888"/>
            <a:ext cx="109728" cy="109728"/>
          </a:xfrm>
          <a:prstGeom prst="ellipse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23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88720" y="2770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person, relationship, network, history and changed-detail warning.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0488" y="224028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532888"/>
            <a:ext cx="109728" cy="1097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2423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guardrails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693408" y="2770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 on unfamiliar recipients, changed details, large transfers or missed plans.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630168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922776"/>
            <a:ext cx="109728" cy="109728"/>
          </a:xfrm>
          <a:prstGeom prst="ellipse">
            <a:avLst/>
          </a:prstGeom>
          <a:solidFill>
            <a:srgbClr val="D76464"/>
          </a:solidFill>
          <a:ln w="12700">
            <a:solidFill>
              <a:srgbClr val="D7646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813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confirmation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88720" y="4160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explain and prepare. The user must explicitly confirm payment.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0488" y="3630168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922776"/>
            <a:ext cx="109728" cy="109728"/>
          </a:xfrm>
          <a:prstGeom prst="ellipse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813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recipient proof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93408" y="4160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gets a one-way code, never the recipient’s name or phone number.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 shipped proof - not just a concept.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deliberately reporting product evidence instead of inventing user-growth numbers before a regulated pilot.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4028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44144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5973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0240" y="2423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Mobile-first deployed experience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can open HomeWard on a phone, register, and complete the core journey.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190488" y="224028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44144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5973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24928" y="2423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Testnet settlement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24928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wallets, Test USDC transfers, hashes and explorer links are in the demo.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587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770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20240" y="3840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Family-support operating system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20240" y="4178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Passports, Goals, Circles, receipts, filters, notifications and transfer guardrails.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190488" y="365760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8587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8770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24928" y="3840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Sunbird AI language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4928" y="4178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Luganda interface coverage plus speech and conversational support when configured.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85800" y="5257800"/>
            <a:ext cx="10789920" cy="530352"/>
          </a:xfrm>
          <a:prstGeom prst="roundRect">
            <a:avLst>
              <a:gd name="adj" fmla="val 27586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22392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traction milestone: a regulated UAE-to-Uganda pilot with repeat family-support behavior measured in the field.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PROOF TO PILOT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next milestone is not more screens. It is a regulated, user-tested corridor.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31720"/>
            <a:ext cx="324612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243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the experience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Testnet, Recipient Passport, Goals, Circles, Sunbird access and safety guardrails.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24612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060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6243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demand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7947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with UAE-Uganda families and validate language, trust and repeat-support behavior.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2331720"/>
            <a:ext cx="324612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6060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6243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delivery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7947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approved funding and Uganda mobile-money payout partners for a regulated pilot.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413248"/>
            <a:ext cx="10652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partnerships: MoneyGram UAE programme approval and Kotani validation for live Uganda mobile-money payout. We are also seeking pilot users and mentors.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126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THOUGHT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money goes home,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should go with it.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5897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gives every family transfer a reason, a record, a language people understand, and proof that judges can verify.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1097280"/>
            <a:ext cx="3429000" cy="4206240"/>
          </a:xfrm>
          <a:prstGeom prst="roundRect">
            <a:avLst>
              <a:gd name="adj" fmla="val 4267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818120" y="24871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Peace of mind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065008" y="3703320"/>
            <a:ext cx="2194560" cy="0"/>
          </a:xfrm>
          <a:prstGeom prst="line">
            <a:avLst/>
          </a:prstGeom>
          <a:noFill/>
          <a:ln w="12700">
            <a:solidFill>
              <a:srgbClr val="5EA9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405079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Kamwanga Raheem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Kisakye Abigail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Sunday Emmanuel Lugai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6126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71232" y="61447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| DevFest Blockchain Hackathon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HomeWard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HomeWard - Purpose, proof and peace of mind</dc:title>
  <dc:subject>HomeWard pitch deck</dc:subject>
  <dc:creator>HomeWard Team</dc:creator>
  <cp:lastModifiedBy>HomeWard Team</cp:lastModifiedBy>
  <cp:revision>1</cp:revision>
  <dcterms:created xsi:type="dcterms:W3CDTF">2026-07-31T06:53:26Z</dcterms:created>
  <dcterms:modified xsi:type="dcterms:W3CDTF">2026-07-31T06:53:26Z</dcterms:modified>
</cp:coreProperties>
</file>