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88720"/>
            <a:ext cx="5669280" cy="5669280"/>
          </a:xfrm>
          <a:prstGeom prst="arc">
            <a:avLst/>
          </a:prstGeom>
          <a:solidFill>
            <a:srgbClr val="063A45">
              <a:alpha val="0"/>
            </a:srgbClr>
          </a:solidFill>
          <a:ln w="139700">
            <a:solidFill>
              <a:srgbClr val="0C8A68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2651760"/>
            <a:ext cx="4297680" cy="4297680"/>
          </a:xfrm>
          <a:prstGeom prst="arc">
            <a:avLst/>
          </a:prstGeom>
          <a:solidFill>
            <a:srgbClr val="063A45">
              <a:alpha val="0"/>
            </a:srgbClr>
          </a:solidFill>
          <a:ln w="88900">
            <a:solidFill>
              <a:srgbClr val="B8F23A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76656"/>
            <a:ext cx="2240280" cy="320040"/>
          </a:xfrm>
          <a:prstGeom prst="roundRect">
            <a:avLst>
              <a:gd name="adj" fmla="val 51429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949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DEVFEST BLOCKCHAIN HACKATHON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2203704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money, made visible.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8368" y="2980944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5E8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purpose-led way for diaspora families to fund what matters at home — with transparent Stellar settlement and mobile-money delivery.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5047488"/>
            <a:ext cx="3840480" cy="804672"/>
          </a:xfrm>
          <a:prstGeom prst="roundRect">
            <a:avLst>
              <a:gd name="adj" fmla="val 20455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937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Dubai → Uganda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on Stellar → UGX mobile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272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20" kern="0" dirty="0">
                <a:solidFill>
                  <a:srgbClr val="B5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DEVFEST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Sending money home is fast — but family outcomes are invisible.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workers need confidence that a transfer reached the right person, for the intended purpose.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journeys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Workers move between banks, cash agents, wallets and mobile money — often with unclear fees and status.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trust after send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sent it” is not the same as knowing Mum received it, what it funded, or having a lasting receipt.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9872" y="2331720"/>
            <a:ext cx="3319272" cy="2487168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48472" y="29718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remittance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48472" y="35204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products optimize the transaction, not family goals: school fees, construction milestones and emergencies.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5257800"/>
            <a:ext cx="10789920" cy="621792"/>
          </a:xfrm>
          <a:prstGeom prst="roundRect">
            <a:avLst>
              <a:gd name="adj" fmla="val 26471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041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opportunity: make every remittance a verified family commitment — not just another payment.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turns “send money” into a trusted family-money experience.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86000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4963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1848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18488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full name, verified phone, network, relationship and delivery preference.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24963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25694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0488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Purpose-first transfers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04888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against a real family need: school fees, building milestones, savings or emergency support.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730752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9410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9F4F0"/>
          </a:solidFill>
          <a:ln w="12700">
            <a:solidFill>
              <a:srgbClr val="E9F4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18488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Proof, not promises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18488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receipt, settlement status and a Stellar transaction link make the flow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0752"/>
            <a:ext cx="5138928" cy="1115568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39410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40142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04888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memory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04888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 and transfer history turn scattered remittances into a shared record of progress.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simple journey; specialized partners behind the scenes.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beneficiary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purpose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78024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wallet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9232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 checkout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+ payment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82312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B8F23A"/>
          </a:solidFill>
          <a:ln w="12700">
            <a:solidFill>
              <a:srgbClr val="B8F23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USDC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settlement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07808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UGX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07808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Kotani / licensed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 partner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90888" y="3410712"/>
            <a:ext cx="256032" cy="292608"/>
          </a:xfrm>
          <a:prstGeom prst="chevron">
            <a:avLst/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7504" y="2487168"/>
            <a:ext cx="1874520" cy="201168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2679192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276148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12096" y="33375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proof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912096" y="3813048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status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family history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5193792"/>
            <a:ext cx="10195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owns the experience, beneficiary intelligence and proof layer. Regulated partners perform fiat funding, KYC, FX, custody and payout.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THAT JUDGES CAN VERIFY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is not a background claim. It is part of the live demo.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59152"/>
            <a:ext cx="5138928" cy="3035808"/>
          </a:xfrm>
          <a:prstGeom prst="roundRect">
            <a:avLst>
              <a:gd name="adj" fmla="val 5422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79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307238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proof starts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Stellar Testnet.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" y="427024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demo wallet → issue test USDC → send payment → open Stellar Expert link → inspect ledger, hash and memo.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35915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256032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60604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transaction hash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27797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fabricated demo hashes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6520" y="336499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356616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361188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5112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verification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378561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read back from the network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4370832"/>
            <a:ext cx="4956048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56832" y="4572000"/>
            <a:ext cx="393192" cy="393192"/>
          </a:xfrm>
          <a:prstGeom prst="roundRect">
            <a:avLst>
              <a:gd name="adj" fmla="val 4186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61772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9480" y="4517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 receipt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791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tap opens Stellar Expert Testnet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stack makes the vision buildable without pretending HomeWard is a bank.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Beneficiary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128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+ goals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128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 + notifications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128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intelligence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0740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0C8A68"/>
          </a:solidFill>
          <a:ln w="12700">
            <a:solidFill>
              <a:srgbClr val="0C8A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PARTNERS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032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Transak: fiat-to-USDC checkout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1032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Kotani: mobile-money delivery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1032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/ AML / custody / FX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1032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payout operations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6448" y="2331720"/>
            <a:ext cx="3310128" cy="32004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2331720"/>
            <a:ext cx="3310128" cy="612648"/>
          </a:xfrm>
          <a:prstGeom prst="roundRect">
            <a:avLst>
              <a:gd name="adj" fmla="val 26866"/>
            </a:avLst>
          </a:prstGeom>
          <a:solidFill>
            <a:srgbClr val="197E9D"/>
          </a:solidFill>
          <a:ln w="12700">
            <a:solidFill>
              <a:srgbClr val="197E9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25328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324612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59368" y="32278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Low-cost settlement rail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730752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59368" y="371246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transport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215384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59368" y="4197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Testnet proof for demo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4700016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59368" y="468172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02A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Public-network path to launch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BOTIM and broad remittance apps move money. HomeWard makes family money accountable.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40280"/>
            <a:ext cx="10844784" cy="521208"/>
          </a:xfrm>
          <a:prstGeom prst="roundRect">
            <a:avLst>
              <a:gd name="adj" fmla="val 31579"/>
            </a:avLst>
          </a:prstGeom>
          <a:solidFill>
            <a:srgbClr val="063A45"/>
          </a:solidFill>
          <a:ln w="12700">
            <a:solidFill>
              <a:srgbClr val="063A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23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REMITTANCE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61504" y="24231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816352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9809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Family-purpose transfers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29809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transfer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61504" y="29626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Goal-linked, named beneficiary, visible receipt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465576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30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after send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3630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61504" y="3611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Passport + proof + family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" y="4114800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role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60520" y="4279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invisible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61504" y="42611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Live, explorable Stellar settlement proof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764024"/>
            <a:ext cx="10844784" cy="566928"/>
          </a:xfrm>
          <a:prstGeom prst="roundRect">
            <a:avLst>
              <a:gd name="adj" fmla="val 29032"/>
            </a:avLst>
          </a:prstGeom>
          <a:solidFill>
            <a:srgbClr val="F0F5F2"/>
          </a:solidFill>
          <a:ln w="12700">
            <a:solidFill>
              <a:srgbClr val="F0F5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928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4928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corridors first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61504" y="4910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UAE → Uganda family use cases; replicate by corridor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high-trust corridor, then earn the right to expand.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• HACKATHON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behavior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interview loop, beneficiary-first UX, Testnet settlement proof.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B8F23A"/>
          </a:solidFill>
          <a:ln w="12700">
            <a:solidFill>
              <a:srgbClr val="B8F23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• PILOT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demand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UAE–Uganda community pilot with regulated on-ramp and payout partners.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2423160"/>
            <a:ext cx="3255264" cy="24688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697480"/>
            <a:ext cx="1600200" cy="320040"/>
          </a:xfrm>
          <a:prstGeom prst="roundRect">
            <a:avLst>
              <a:gd name="adj" fmla="val 51429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• SCALE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2104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repeatability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386791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 diaspora corridors and purpose-based verticals: school, construction, health.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4223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user: an East African diaspora worker who sends money home regularly and wants confidence, clarity and family progress.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SCRIPT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crisp 90-second experience for judges.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10908792" cy="0"/>
          </a:xfrm>
          <a:prstGeom prst="line">
            <a:avLst/>
          </a:prstGeom>
          <a:noFill/>
          <a:ln w="12700">
            <a:solidFill>
              <a:srgbClr val="D8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2395728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select a recipient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21945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phone, MTN/Airtel, relationship and purpose.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3090672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8895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Transak checkout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8895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real partner-led KYC/payment experience when configured.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00:38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3785616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Stellar Testnet proof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5844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test USDC and open the live transaction in Stellar Expert.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3708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00:58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00200" y="4480560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4279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to beneficiary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42793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the on-chain USDC payment and start the payout status journey.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657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01:18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00200" y="5175504"/>
            <a:ext cx="320040" cy="0"/>
          </a:xfrm>
          <a:prstGeom prst="line">
            <a:avLst/>
          </a:prstGeom>
          <a:noFill/>
          <a:ln w="25400">
            <a:solidFill>
              <a:srgbClr val="0C8A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974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family receipt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4974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Amount, recipient, purpose, status and immutable proof link.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789920" cy="457200"/>
          </a:xfrm>
          <a:prstGeom prst="roundRect">
            <a:avLst>
              <a:gd name="adj" fmla="val 36000"/>
            </a:avLst>
          </a:prstGeom>
          <a:solidFill>
            <a:srgbClr val="DFF7EA"/>
          </a:solidFill>
          <a:ln w="12700">
            <a:solidFill>
              <a:srgbClr val="DFF7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788152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takeaway: HomeWard has a human reason to exist, a credible regulated path, and blockchain proof they can inspect themselves.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70" kern="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  •  CONFIDENTIAL HACKATHON PITCH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7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21792"/>
            <a:ext cx="914400" cy="320040"/>
          </a:xfrm>
          <a:prstGeom prst="roundRect">
            <a:avLst>
              <a:gd name="adj" fmla="val 51429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40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us make family money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trustworthy.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287121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7E9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seeking pilot users, regulated payout/on-ramp partners, and mentors who understand diaspora financial behavior.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078992"/>
            <a:ext cx="3474720" cy="4160520"/>
          </a:xfrm>
          <a:prstGeom prst="roundRect">
            <a:avLst>
              <a:gd name="adj" fmla="val 4737"/>
            </a:avLst>
          </a:prstGeom>
          <a:solidFill>
            <a:srgbClr val="0F5D58"/>
          </a:solidFill>
          <a:ln w="12700">
            <a:solidFill>
              <a:srgbClr val="0F5D5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600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TWĀALA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0956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Diaspora → family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→ progress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28432" y="3401568"/>
            <a:ext cx="2395728" cy="0"/>
          </a:xfrm>
          <a:prstGeom prst="line">
            <a:avLst/>
          </a:prstGeom>
          <a:noFill/>
          <a:ln w="12700">
            <a:solidFill>
              <a:srgbClr val="5CA7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37307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purpose-led remittance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on Stellar.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6062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F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60807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5D7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HomeWard  •  DevFest Blockchain Hackathon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HomeWard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HomeWard — Family money, made visible</dc:title>
  <dc:subject>HomeWard pitch deck</dc:subject>
  <dc:creator>HomeWard</dc:creator>
  <cp:lastModifiedBy>HomeWard</cp:lastModifiedBy>
  <cp:revision>1</cp:revision>
  <dcterms:created xsi:type="dcterms:W3CDTF">2026-07-25T09:16:37Z</dcterms:created>
  <dcterms:modified xsi:type="dcterms:W3CDTF">2026-07-25T09:16:37Z</dcterms:modified>
</cp:coreProperties>
</file>